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Hiragino Sans"/>
              </a:rPr>
              <a:t>ぺいほーむ MVP 版 工務店様向けご案内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FF8F0"/>
                </a:solidFill>
                <a:latin typeface="Hiragino Sans"/>
              </a:rPr>
              <a:t>2026-05-01 MVP v2 (核ループ集中・資料請求は主役から外す・3%付加価値明示)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8F0"/>
                </a:solidFill>
                <a:latin typeface="Hiragino Sans"/>
              </a:rPr>
              <a:t>株式会社wazeka / ぺいほーむ事業部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1. ぺいほーむは「平屋づくりの意思決定プラットフォーム」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ぺいほーむは単なる住宅ポータルではありません。動画・AI診断・無料相談・事例ライブラリを通じて、ユーザーが **納得して意思決定できる状態** を作ってから工務店様に送客する **平屋づくりの意思決定プラットフォーム** です。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核のループは以下です: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動画 → AI診断 or 無料相談 → 工務店詳細 → 見学会予約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2. 5月1日リリース版で公開する機能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リリース時の主導線 (核ループ)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TOP、AI家づくり診断、動画コンテンツ、工務店一覧・詳細、平屋事例ライブラリ、見学会・イベント、無料住宅相談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補助導線 (公開するがグローバルナビ主役から外す)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39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特集一覧、分譲住宅、土地情報 は公開しますが、「さがす」メニューには入れず、フッター経由で到達できる位置付けです。リリース時点ではユーザーに核ループへ集中してもらうためです。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108959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非公開にしているページ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2. 5月1日リリース版で公開する機能 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業界ニュース・記事・マガジン・ウェビナー・インタビュー・シミュレーター・匿名AI質問機能 は Phase 2 以降で順次復活します。削除ではなく一時的な非公開です。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3. なぜ絞り込むのか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理由 1: ユーザーに迷子にならないサイト体験を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開設初日のユーザーにとって「何から見ればいいかわからない」状態が一番の離脱要因です。MVP では「動画 → AI診断 / 無料相談 → 工務店 → 見学会予約」の核ループに集中させます。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理由 2: 品質を担保して少しずつ広げる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39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各機能には記事・画像・データの準備が必要です。Phase 1 は 10 社との連携品質を上げることに集中し、Phase 2 以降に順次公開します。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108959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理由 3: 成果を測りながら料金プランを進化させる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3. なぜ絞り込むのか 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Phase 1 は見学会予約のみの課金。Phase 2 で撮影、Phase 3 で月額掲載と成果報酬、Phase 4 で SaaS。全員同一料金でシンプルです。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4. 資料請求は主役から外しています (重要)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工務店ヒアリングの結果、**資料請求はリード質が低い** ことが判明したため、MVP v2 では資料請求を主要 KPI から外しました。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0020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なぜ資料請求を主軸にしないのか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資料請求ユーザーは情報収集段階が早く、成約までの時間が長い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87168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複数社に一括で送るユーザーが多く、個社との関係が築きにくい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71215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資料送付コストに対して成約率が低く、費用対効果が合わない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255263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代わりに主軸にしているもの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4. 資料請求は主役から外しています (重要) 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見学会予約 (¥50,000/件 の課金源)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無料相談 (成果報酬 3% の発生対象)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5376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AI 家づくり診断 (マッチング精度の源)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942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会員登録 (成果報酬対象ユーザー化とデータ紐付け)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5. 成果報酬 3% の付加価値 (重要) 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ぺいほーむは「単なる送客業者」ではなく、以下の 6 つの付加価値で工務店様の成約率を高めます。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0020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1. 比較整理 (Comparison)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動画・事例・工務店情報を横並びで整理し、ユーザーが「違いがわかる」「納得して選べる」状態で送客します。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606039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2. 事前教育 (Pre-Education)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08959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YouTube ルームツアー42本・事例ライブラリ・AIチャットを通じて、ユーザーは家づくりの基礎知識・平屋の特性・予算感を学んだ状態で工務店に辿り着きます。工務店側の「初期説明コスト」が大幅に減ります。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5. 成果報酬 3% の付加価値 (重要) 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3. AI診断マッチング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10問のAI家づくり診断で、家族構成・予算・希望エリア・性能志向から「相性の良い工務店3社」を自動推薦します。工務店側は「温度感が高く、方向性が合った」リードだけを受け取ります。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4. 連絡希望条件の整理 (Smart Match)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39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会員ユーザーは連絡頻度・時間帯・手段・検討フェーズを事前設定します。見学会予約時にこの情報が工務店へ自動共有され、お互いに無駄のない対応ができます。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108959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5. 高温度化された状態での見学会送客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5. 成果報酬 3% の付加価値 (重要) 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見学会予約は「実物を体感したい」という強い意向の現れです。ぺいほーむ経由の予約は、上記 1〜4 のプロセスを経た温度感の高いリードとして届きます。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0020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6. ナーチャリング支援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Phase 2 以降は記事・ニュース・撮影プラン・月額掲載で検討期間中のユーザーとの接点を維持します。Phase 4 の匿名AI質問機能では、工務店が個人情報なしで質問に答えられます。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6. フェーズ別 機能追加スケジュール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Phase 1 (2026/05/01〜06/30): MVP 運用開始 (見学会予約 ¥50,000/件)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Phase 2 (2026/07/01〜08/31): 業界ニュース・記事・コラム復活、ルームツアー撮影プラン開始 (¥150,000/本)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Phase 3 (2026/09/01〜11/30): ローンシミュレーター復活、月額掲載プラン開始 (¥30,000/月・¥80,000/月)、成果報酬 3% 導入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39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Phase 4 (2026/12/01〜2027/02/28): 匿名AI質問・ウェビナー・マガジン復活、SaaS プラン開始 (¥50,000/月・¥150,000/月)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6. フェーズ別 機能追加スケジュール 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Phase 5 (2027/03〜): 全国の工務店追加、全国マーケティング開始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7. 料金プラン (全員同一)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Phase 1 (5〜6月)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見学会予約 ¥50,000/件 (税別、全員同一)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成果報酬: Phase 3 から導入 (それまで未発生)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68296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AI診断・無料相談・会員登録はユーザー無料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752344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Phase 2 (7〜8月)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55263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見学会予約 ¥50,000/件 (継続)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39311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ルームツアー動画撮影 ¥150,000/本 (税別、全員同一)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023359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Phase 3 (9〜11月)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7. 料金プラン (全員同一) 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見学会予約 ¥50,000/件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撮影プラン ¥150,000/本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5376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月額掲載プラン ベーシック ¥30,000/月 (物件 3 件まで)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942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月額掲載プラン プロ ¥80,000/月 (物件無制限 + 特集枠)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33472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成果報酬 3% (上限なし) 導入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01752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Phase 4 以降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20439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SaaS ライト ¥50,000/月 / プロ ¥150,000/月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8. 成果報酬 3% の発生条件 (Phase 3 から)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発生する: 以下 3 条件のいずれかに該当する成約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無料相談 (/consultation) 経由で紹介 → 成約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AI家づくり診断 (/diagnosis) 完了 → マッチング → 成約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68296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会員登録済みユーザー (/signup 完了) の成約全般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52344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発生しない: 非会員ユーザーの直接問合せ → 成約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8. 成果報酬 3% の発生条件 (Phase 3 から) 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上限: 一律 3%、上限なし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9. 既存 10 社様への唯一の優遇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**AI 診断結果・マッチングでの優先送客**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/diagnosis の結果画面で既存 10 社を先頭に優先表示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/builders 一覧と TOP の工務店PICKUP でも上位表示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68296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料金は完全に同一 (優遇ゼロ)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5234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実質的な「送客率の優遇」となります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10. お願いしたいこと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5月1日までに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料金プラン書面の締結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掲載情報の最終チェック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68296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見学会情報の登録 (5月以降の予定を 3 件以上)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752344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2200"/>
                </a:solidFill>
                <a:latin typeface="Hiragino Sans"/>
              </a:rPr>
              <a:t>リリース後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55263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見学会予約が入ったら 24時間以内にユーザーへご連絡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39311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月次で予約の成約可否をご共有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23359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Phase 2 の撮影プランに興味がある旨の事前ご連絡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10. お願いしたいこと  (2/2)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11. リリース日と流れ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2026/05/01 (金) AM 6:00 本番リリース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2026/05/01 (金) AM 9:00 プレスリリース配信 + YouTube 告知動画公開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5376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2026/05/01 (金) 9:00〜22:00 代表・開発・営業でオンコール体制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942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2026/05/02〜 通常運用開始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E874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Hiragino Sans"/>
              </a:rPr>
              <a:t>12. ご連絡先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株式会社wazeka ぺいほーむ事業部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Email: support@payhome.jp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電話: 担当営業まで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68296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D2200"/>
                </a:solidFill>
                <a:latin typeface="Hiragino Sans"/>
              </a:rPr>
              <a:t>• 管理画面ログイン: リリース後に ID/PW を送付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52344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D2200"/>
                </a:solidFill>
                <a:latin typeface="Hiragino Sans"/>
              </a:rPr>
              <a:t>引き続きよろしくお願いいたします。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471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Hiragino Sans"/>
              </a:rPr>
              <a:t>よろしくお願いいたします。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FF8F0"/>
                </a:solidFill>
                <a:latin typeface="Hiragino Sans"/>
              </a:rPr>
              <a:t>support@payhome.jp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