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iragino Sans"/>
              </a:rPr>
              <a:t>ぺいほーむ MVP 版 工務店様向けご案内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8F0"/>
                </a:solidFill>
                <a:latin typeface="Hiragino Sans"/>
              </a:rPr>
              <a:t>2026-05-01 MVPリリース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8F0"/>
                </a:solidFill>
                <a:latin typeface="Hiragino Sans"/>
              </a:rPr>
              <a:t>株式会社wazeka / ぺいほーむ事業部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1. 5月1日リリース版で公開する機能 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「選択と集中」という方針で、核となる **『YouTube → TOP → 工務店ページ → 見学会予約』** の1本に絞り込んでリリースします。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公開するページ（17画面）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1. 5月1日リリース版で公開する機能 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**TOP ページ** — ヒーロー、AI診断への導線、人気動画PICKUP、工務店PICKUP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**工務店一覧・詳細ページ** — 御社の掲載ページ（メイン導線）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65376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**動画コンテンツ** — YouTube ルームツアー42本を検索・閲覧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9424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**見学会・イベント** — 見学会予約フォーム（メイン収益源）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**AI家づくり診断** — 10問でユーザーと工務店を自動マッチング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**無料住宅相談** — 専門スタッフが相談を受けるフォーム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156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**平屋事例ライブラリ** — 施工事例閲覧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85615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**お客様の声** — レビュー閲覧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9663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**デジタルカタログ** — 施工事例集30邸＋平屋間取り図集30プラン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53712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**ぺいほーむとは / 運営会社 / プライバシー / 利用規約**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59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**会員登録 / ログイン** — メール・Google 認証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21807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**工務店様向けTOP / お問い合わせ**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1. 5月1日リリース版で公開する機能 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非公開にしているページ（順次復活）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業界ニュース・記事・マガジン・ウェビナー・インタビュー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販売中の建売・土地情報・特集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68296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ローンシミュレーター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52344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工務店ダッシュボード内の Q&amp;A・施工事例管理・動画管理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1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匿名AI質問機能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39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→ これらは **廃止ではなく、Phase に応じて復活させます**。 復活スケジュールは後述の「フェーズ別機能追加」をご確認ください。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1. 5月1日リリース版で公開する機能  (4/4)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2. なぜ絞り込むのか 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理由1: ユーザーに迷子にならないサイト体験を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開設初日のユーザーにとって「何から見ればいいかわからない」状態が一番の離脱要因です。 MVP では **『動画を見る → 工務店を知る → 見学会を予約する』** の3ステップだけが目に入るようにしました。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理由2: 品質を担保して少しずつ広げる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39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各機能には記事・画像・データの準備が必要です。 Phase 1（5〜6月）は10社との連携品質を上げることに集中し、 Phase 2（7〜8月）以降に記事・建売・特集を順次公開します。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59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理由3: 成果を測りながら料金プランを進化させる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2. なぜ絞り込むのか 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Phase 1 では見学会予約の成果を測り、 Phase 2 で撮影プラン、Phase 3 で月額掲載プランを段階導入します。 **御社は常に優遇価格が適用** されますのでご安心ください。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7924800" y="1097280"/>
            <a:ext cx="3779520" cy="384048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5280" y="1097280"/>
            <a:ext cx="3779520" cy="384048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79520" cy="384048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3. フェーズ別 機能追加スケジュール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D2200"/>
                </a:solidFill>
                <a:latin typeface="Hiragino Sans"/>
              </a:rP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5280" y="1097280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D2200"/>
                </a:solidFill>
                <a:latin typeface="Hiragino Sans"/>
              </a:rPr>
              <a:t>期間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1097280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D2200"/>
                </a:solidFill>
                <a:latin typeface="Hiragino Sans"/>
              </a:rPr>
              <a:t>追加される機能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81328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280" y="1481328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2026/05/01〜06/30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1481328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MVP 17画面で運用開始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65376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5280" y="1865376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2026/07/01〜08/31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1865376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業界ニュース・記事・コラム復活 / ルームツアー撮影プラン開始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5280" y="2249424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2026/09/01〜11/30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0" y="2249424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建売・土地・特集・シミュレーター復活 / 月額掲載プラン開始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633472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5280" y="2633472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2026/12/01〜2027/02/28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800" y="2633472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匿名AI質問・ウェビナー・マガジン復活 / SaaS プラン開始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017520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5280" y="3017520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2027/03〜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0" y="3017520"/>
            <a:ext cx="3779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2200"/>
                </a:solidFill>
                <a:latin typeface="Hiragino Sans"/>
              </a:rPr>
              <a:t>全国の工務店追加・全国マーケティング開始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4. 御社へのメリット 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Phase 1（5〜6月）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**見学会予約費 無料** （10社様限定）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**成果報酬 1.5%**（市場価格の半額。1契約あたり最大でも上限 ¥250万）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68296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AI診断でマッチしたユーザーからの送客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52344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週次で予約・リード数のレポート送付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36391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Phase 2（7〜8月）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4. 御社へのメリット 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**ルームツアー動画撮影 ¥75,000/本**（正規価格 ¥150,000/本の半額）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業界ニュース・記事で露出増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65376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見学会予約は **¥25,000/件**（正規価格 ¥50,000/件の半額）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9424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Phase 3（9〜11月）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52344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**月額掲載プラン 初年度12ヶ月 無料**（正規価格 ¥30,000/月）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1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物件情報（建売・土地）の掲載がセルフサービスで可能に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39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特集枠での露出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04487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Phase 4 以降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4. 御社へのメリット 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**SaaS プラン ¥25,000/月**（正規価格 ¥50,000/月の半額）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AI質問無制限、月次レポート自動配信、インタビュー掲載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5376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**常に市場価格の 50% OFF（半額）が永久適用されます。** これは実績づくりにご協力いただくことへの感謝として、永続的に保証いたします。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5. お願いしたいこと 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5月1日までに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[ ] **料金プラン書面の締結**（本資料と `料金プラン_MVP版.md` を添えて）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[ ] **掲載情報の最終チェック**（社名・所在地・代表者・URL・電話番号）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68296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[ ] **見学会情報の登録**（5月以降の予定を3件以上）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52344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リリース後（運用開始後）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55263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[ ] 見学会予約が入ったら **24時間以内にユーザーへご連絡**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39311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[ ] 月次で予約の成約可否をご共有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59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[ ] Phase 2 の撮影プランに興味がある旨の事前ご連絡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5. お願いしたいこと  (2/2)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6. よくある質問（抜粋） 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詳細は `工務店FAQ_MVP版.md` をご確認ください。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Q1. 現在見られている記事ページは全部消えるのですか？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A. いいえ、**一時的に非公開**です。Phase 2（7月）から順次復活します。 コードとデータは全て残してあります。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39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Q2. Phase 2 以降で料金が上がると聞きましたが、本当に常に半額ですか？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59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A. はい、御社は「実績づくりご協力社」として **永続的に 50% OFF** です。 契約書に明文化します。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6. よくある質問（抜粋） 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Q3. 他の工務店より不利にならないか心配です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A. 既存10社様は **優先送客** の対象です。 AI診断の結果表示や見学会予約フォームで、既存10社様を先頭に表示する仕様です。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Q4. Phase 1 中の見学会予約は本当に無料ですか？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39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A. はい、5/1〜6/30 の2ヶ月間は **完全無料**（運用検証のため）。 成果報酬 1.5% のみ発生します。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59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200"/>
                </a:solidFill>
                <a:latin typeface="Hiragino Sans"/>
              </a:rPr>
              <a:t>Q5. 連絡窓口はどこですか？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6. よくある質問（抜粋） 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A. 担当営業（弊社担当）または `support@payhome.jp` までご連絡ください。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7. リリース日と流れ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**2026/05/01 (金) AM 6:00** 本番リリース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**2026/05/01 (金) AM 9:00** プレスリリース配信 + YouTube 告知動画公開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65376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**2026/05/01 (金) 9:00〜22:00** 代表・開発・営業でオンコール体制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9424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**2026/05/02〜** 通常運用開始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8. ご連絡先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株式会社wazeka ぺいほーむ事業部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Email: `support@payhome.jp`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電話: 担当営業まで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68296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D2200"/>
                </a:solidFill>
                <a:latin typeface="Hiragino Sans"/>
              </a:rPr>
              <a:t>• 管理画面ログイン: リリース後に ID/PW を送付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2344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D2200"/>
                </a:solidFill>
                <a:latin typeface="Hiragino Sans"/>
              </a:rPr>
              <a:t>**引き続きよろしくお願いいたします。**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よろしくお願いいたします。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8F0"/>
                </a:solidFill>
                <a:latin typeface="Hiragino Sans"/>
              </a:rPr>
              <a:t>support@payhome.jp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