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274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4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ぺいほーむ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市場分析・差別化戦略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日本初の平屋専門住宅プラットフォーム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754880"/>
            <a:ext cx="2743200" cy="27432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株式会社wazeka｜2026年3月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鹿児島県は全国で2番目に平屋率が高い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52.4%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全国2位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年間着工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約4,100戸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平屋のみ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市場規模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468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74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約1,025億円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46720" y="3474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新築の半数以上が平屋。日本有数の平屋市場。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SUUMOが取り切れていない市場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459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鹿児島の工務店・HM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150〜200社以上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SUUMOの掲載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約25社（12〜17%）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未掲載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83〜88%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3E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73736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ぺいほーむの機会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37744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150社以上の工務店が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ポータルに未掲載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329184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SUUMOの月額8〜10万円が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高くて掲載できない地方工務店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420624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フリープランなら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参入障壁ゼロ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 vs ぺいほーむ 料金比較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SUUMO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掲載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SUUMO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カウンター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ぺいほーむ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成果報酬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ぺいほーむ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掲載プロ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月額固定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8〜10万円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資料請求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含む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8,000円/件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3,000円/件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見学会来場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80,000円/件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30,000円/件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成約報酬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なし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成約時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4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50万円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48640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全プランでSUUMOより安い。成約報酬はSUUMOカウンターの半額以下。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SUUMOにできないこと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E8740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平屋特化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来る人の100%が平屋検討者。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ノイズゼロ。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SUUMOは全ジャンル混在。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37360"/>
            <a:ext cx="548640" cy="548640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YouTube動画統合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4.2万人chのルームツアーと連携。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写真では伝わらない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空間を体感できる。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41148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E8740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5603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AI住宅コンシェルジュ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24時間AI対応。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データ蓄積で精度が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向上し続ける。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フリーミアム戦略で参入障壁をゼロに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D5F5E3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097280" cy="0"/>
          </a:xfrm>
          <a:prstGeom prst="rect">
            <a:avLst/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5〜7月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フリープラン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完全無料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20社掲載目標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645920"/>
            <a:ext cx="1097280" cy="0"/>
          </a:xfrm>
          <a:prstGeom prst="rect">
            <a:avLst/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16459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有料移行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データで価値を証明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してから課金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228600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1645920"/>
            <a:ext cx="1097280" cy="0"/>
          </a:xfrm>
          <a:prstGeom prst="rect">
            <a:avLst/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16459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翌年〜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九州展開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30175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熊本・宮崎・福岡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へ拡大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FFF8F0"/>
          </a:solidFill>
          <a:ln w="19050">
            <a:solidFill>
              <a:srgbClr val="E8740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7091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3ヶ月間は私たちが価値を証明する期間。証明できなければお金はいただきません。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3つの掲載プラン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成果報酬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28346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688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0円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資料請求 8,000円/件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見学会 80,000円/件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成約 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846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反響がなければ0円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掲載ベーシック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28346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4688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3万円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資料請求 5,000円/件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見学会 50,000円/件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成約 3%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846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YouTube概要欄リンク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E8740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1280160"/>
            <a:ext cx="1371600" cy="0"/>
          </a:xfrm>
          <a:prstGeom prst="rect">
            <a:avLst/>
          </a:prstGeom>
          <a:solidFill>
            <a:srgbClr val="E874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掲載プロ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21040" y="2286000"/>
            <a:ext cx="28346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24688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5万円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03920" y="3200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資料請求 3,000円/件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7490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見学会 30,000円/件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成約 2%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上位表示＋詳細レポート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マーケティング支援（全国対応）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5F5E3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エントリー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月8万円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463040" y="2926080"/>
            <a:ext cx="19202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ショート動画 月4本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Instagram 週3投稿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TikTok 週2投稿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6177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月次レポート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EAF8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月15万円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19202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ルームツアー 月1本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ショート動画 月8本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Instagram 毎日投稿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6177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TikTok 週3＋LINE月2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F3E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17373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プレミアム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22860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月25万円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778240" y="2926080"/>
            <a:ext cx="19202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31089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ルームツアー 月2本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ショート動画 月12本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1148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全SNS毎日投稿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6177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戦略会議＋密着動画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66928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一般の外注相場と比較して約70〜85%のコスト削減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ぺいほーむだけが持つ5つの資産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103120" cy="4114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4.2万人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0058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YouTube登録者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九州No.1の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平屋専門ch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2103120" cy="4114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257本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10058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動画実績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3年間の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制作ノウハウ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2103120" cy="4114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15万回/月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0" y="2560320"/>
            <a:ext cx="10058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月間視聴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平屋検討者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へのリーチ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463040"/>
            <a:ext cx="2103120" cy="4114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AI基盤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0" y="2560320"/>
            <a:ext cx="10058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24時間対応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データ蓄積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2103120" cy="4114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4692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10〜20棟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058400" y="2560320"/>
            <a:ext cx="100584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27" name="Text 25"/>
          <p:cNvSpPr/>
          <p:nvPr/>
        </p:nvSpPr>
        <p:spPr>
          <a:xfrm>
            <a:off x="964692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年間成約実績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YouTube経由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の契約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1%のシェアで年間3,000万円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4592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鹿児島県の平屋市場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2860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平屋着工数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約4,100戸/年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平均建築費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9260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 市場規模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約1,025億円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4206240"/>
            <a:ext cx="3931920" cy="18288"/>
          </a:xfrm>
          <a:prstGeom prst="rect">
            <a:avLst/>
          </a:prstGeom>
          <a:solidFill>
            <a:srgbClr val="E8740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3891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1%に関与 → 41棟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75488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 約3,075万円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645920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拡大ポテンシャル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2377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2377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約1,025億円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49440" y="3017520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九州全体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推定5,000億円以上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9440" y="3931920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2062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42062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推定2兆円以上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初年度収益シミュレーション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4438357"/>
            <a:ext cx="1097280" cy="590843"/>
          </a:xfrm>
          <a:prstGeom prst="roundRect">
            <a:avLst>
              <a:gd name="adj" fmla="val 12381"/>
            </a:avLst>
          </a:prstGeom>
          <a:solidFill>
            <a:srgbClr val="D5F5E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8317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マーケ支援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4142935"/>
            <a:ext cx="1097280" cy="886265"/>
          </a:xfrm>
          <a:prstGeom prst="roundRect">
            <a:avLst>
              <a:gd name="adj" fmla="val 8254"/>
            </a:avLst>
          </a:prstGeom>
          <a:solidFill>
            <a:srgbClr val="D5F5E3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822895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847514"/>
            <a:ext cx="1097280" cy="1181686"/>
          </a:xfrm>
          <a:prstGeom prst="roundRect">
            <a:avLst>
              <a:gd name="adj" fmla="val 6667"/>
            </a:avLst>
          </a:prstGeom>
          <a:solidFill>
            <a:srgbClr val="D5F5E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527474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281289"/>
            <a:ext cx="1097280" cy="1747911"/>
          </a:xfrm>
          <a:prstGeom prst="roundRect">
            <a:avLst>
              <a:gd name="adj" fmla="val 6667"/>
            </a:avLst>
          </a:prstGeom>
          <a:solidFill>
            <a:srgbClr val="E8740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961249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548640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有料化開始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961249"/>
            <a:ext cx="1097280" cy="2067951"/>
          </a:xfrm>
          <a:prstGeom prst="roundRect">
            <a:avLst>
              <a:gd name="adj" fmla="val 6667"/>
            </a:avLst>
          </a:prstGeom>
          <a:solidFill>
            <a:srgbClr val="E8740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41209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641209"/>
            <a:ext cx="1097280" cy="2387991"/>
          </a:xfrm>
          <a:prstGeom prst="roundRect">
            <a:avLst>
              <a:gd name="adj" fmla="val 6667"/>
            </a:avLst>
          </a:prstGeom>
          <a:solidFill>
            <a:srgbClr val="E8740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321169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0" y="2370406"/>
            <a:ext cx="1097280" cy="2658794"/>
          </a:xfrm>
          <a:prstGeom prst="roundRect">
            <a:avLst>
              <a:gd name="adj" fmla="val 6667"/>
            </a:avLst>
          </a:prstGeom>
          <a:solidFill>
            <a:srgbClr val="E8740C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050366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32720" y="2074985"/>
            <a:ext cx="1097280" cy="2954215"/>
          </a:xfrm>
          <a:prstGeom prst="roundRect">
            <a:avLst>
              <a:gd name="adj" fmla="val 6667"/>
            </a:avLst>
          </a:prstGeom>
          <a:solidFill>
            <a:srgbClr val="E8740C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0" y="1754945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51206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21429"/>
            </a:avLst>
          </a:prstGeom>
          <a:solidFill>
            <a:srgbClr val="FFF3E6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7280" y="59893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初年度合計: 588万円（プラットフォーム125万 ＋ マーケ支援463万）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日本初の平屋専門住宅プラットフォーム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371600"/>
            <a:ext cx="6675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0" y="1508760"/>
            <a:ext cx="6309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平屋版SUUMO × YouTube × 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3832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地域展開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鹿児島 → 九州 → 全国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320040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33832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フリーミアム → 成果報酬 → SaaS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320040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33832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事業進化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384048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メディア → PF → AI住宅コンシェルジュ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株式会社wazeka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035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info@wazeka.co.jp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株式会社wazeka</dc:creator>
  <cp:lastModifiedBy>株式会社wazeka</cp:lastModifiedBy>
  <cp:revision>1</cp:revision>
  <dcterms:created xsi:type="dcterms:W3CDTF">2026-03-25T02:35:31Z</dcterms:created>
  <dcterms:modified xsi:type="dcterms:W3CDTF">2026-03-25T02:35:31Z</dcterms:modified>
</cp:coreProperties>
</file>