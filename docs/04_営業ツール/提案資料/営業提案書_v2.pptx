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740C"/>
                </a:solidFill>
                <a:latin typeface="Yu Gothic"/>
              </a:defRPr>
            </a:pPr>
            <a:r>
              <a:t>ぺいほーむ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D2200"/>
                </a:solidFill>
                <a:latin typeface="Yu Gothic"/>
              </a:defRPr>
            </a:pPr>
            <a:r>
              <a:t>九州No.1 平屋専門プラットフォーム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D2200"/>
                </a:solidFill>
                <a:latin typeface="Yu Gothic"/>
              </a:defRPr>
            </a:pPr>
            <a:r>
              <a:t>パートナー企業様向けご案内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株式会社wazeka  |  ぺいほーむ事業部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ぺいほーむとは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2200"/>
                </a:solidFill>
                <a:latin typeface="Yu Gothic"/>
              </a:defRPr>
            </a:pPr>
            <a:r>
              <a:t>九州の平屋検討者が集まる、平屋専門プラットフォーム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23160"/>
            <a:ext cx="292608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740C"/>
                </a:solidFill>
                <a:latin typeface="Yu Gothic"/>
              </a:defRPr>
            </a:pPr>
            <a:r>
              <a:t>42,841人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YouTube登録者数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平屋専門チャンネルとして九州No.1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423160"/>
            <a:ext cx="292608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740C"/>
                </a:solidFill>
                <a:latin typeface="Yu Gothic"/>
              </a:defRPr>
            </a:pPr>
            <a:r>
              <a:t>257本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公開動画数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ルームツアー・ショート動画を毎週配信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32004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423160"/>
            <a:ext cx="292608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740C"/>
                </a:solidFill>
                <a:latin typeface="Yu Gothic"/>
              </a:defRPr>
            </a:pPr>
            <a:r>
              <a:t>15万回+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月間再生回数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06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平屋を検討中のユーザーが視聴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工務店様のこんなお悩みを解決します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SUUMOの反響単価が高い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5〜15万円/件の反響単価。</a:t>
            </a:r>
            <a:br/>
            <a:r>
              <a:t>費用対効果が見合わない...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平屋検討者に届かない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平屋を検討している方に</a:t>
            </a:r>
            <a:br/>
            <a:r>
              <a:t>ピンポイントでリーチできない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動画・SNSの人手不足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動画やSNSをやりたいが</a:t>
            </a:r>
            <a:br/>
            <a:r>
              <a:t>人手もノウハウも足りない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0" y="192024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問い合わせの質が低い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冷やかしが多く、</a:t>
            </a:r>
            <a:br/>
            <a:r>
              <a:t>本気度の高い方に出会えない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ぺいほーむが選ばれる3つの理由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40C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6596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40C"/>
                </a:solidFill>
                <a:latin typeface="Yu Gothic"/>
              </a:defRPr>
            </a:pPr>
            <a:r>
              <a:t>平屋専門だから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2200"/>
                </a:solidFill>
                <a:latin typeface="Yu Gothic"/>
              </a:defRPr>
            </a:pPr>
            <a:r>
              <a:t>来る方の100%が平屋検討者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平屋専門だから当然です。</a:t>
            </a:r>
            <a:br/>
            <a:r>
              <a:t>SUUMOのように「なんとなく見ている人」はいません。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40C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96596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40C"/>
                </a:solidFill>
                <a:latin typeface="Yu Gothic"/>
              </a:defRPr>
            </a:pPr>
            <a:r>
              <a:t>写真では伝わらない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2200"/>
                </a:solidFill>
                <a:latin typeface="Yu Gothic"/>
              </a:defRPr>
            </a:pPr>
            <a:r>
              <a:t>動画で「住み心地」まで伝わる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写真では伝わらない空間の広がり、</a:t>
            </a:r>
            <a:br/>
            <a:r>
              <a:t>生活動線、光の入り方を動画で体感。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740C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6596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40C"/>
                </a:solidFill>
                <a:latin typeface="Yu Gothic"/>
              </a:defRPr>
            </a:pPr>
            <a:r>
              <a:t>目標1〜3万円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2200"/>
                </a:solidFill>
                <a:latin typeface="Yu Gothic"/>
              </a:defRPr>
            </a:pPr>
            <a:r>
              <a:t>反響単価がSUUMOの1/3〜1/5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目標は1件あたり1〜3万円。</a:t>
            </a:r>
            <a:br/>
            <a:r>
              <a:t>SUUMOの5〜15万円と比較してください。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2つのサービス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プラットフォーム掲載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56032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740C"/>
                </a:solidFill>
                <a:latin typeface="Yu Gothic"/>
              </a:defRPr>
            </a:pPr>
            <a:r>
              <a:t>鹿児島エリア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平屋検討者からのリードを獲得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紹介ページ作成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見学会告知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リード送客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ctr">
              <a:spcBef>
                <a:spcPts val="600"/>
              </a:spcBef>
              <a:defRPr sz="1800" b="1">
                <a:solidFill>
                  <a:srgbClr val="E8740C"/>
                </a:solidFill>
                <a:latin typeface="Yu Gothic"/>
              </a:defRPr>
            </a:pPr>
            <a:r>
              <a:t>まずは3ヶ月無料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029200" cy="73152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マーケティング支援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560320"/>
            <a:ext cx="2286000" cy="3657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740C"/>
                </a:solidFill>
                <a:latin typeface="Yu Gothic"/>
              </a:defRPr>
            </a:pPr>
            <a:r>
              <a:t>全国対応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動画・SNSでブランド構築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ルームツアー動画制作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ショート動画・SNS運用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✓  LINE配信・戦略会議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3D2200"/>
                </a:solidFill>
                <a:latin typeface="Yu Gothic"/>
              </a:defRPr>
            </a:pPr>
          </a:p>
          <a:p>
            <a:pPr algn="ctr">
              <a:spcBef>
                <a:spcPts val="600"/>
              </a:spcBef>
              <a:defRPr sz="1800" b="1">
                <a:solidFill>
                  <a:srgbClr val="E8740C"/>
                </a:solidFill>
                <a:latin typeface="Yu Gothic"/>
              </a:defRPr>
            </a:pPr>
            <a:r>
              <a:t>月8万円〜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プラットフォーム掲載 — フリープラン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40C"/>
                </a:solidFill>
                <a:latin typeface="Yu Gothic"/>
              </a:defRPr>
            </a:pPr>
            <a:r>
              <a:t>まずは3ヶ月間、完全無料で始めてください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月額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40C"/>
                </a:solidFill>
                <a:latin typeface="Yu Gothic"/>
              </a:defRPr>
            </a:pPr>
            <a:r>
              <a:t>0円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9202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AI家づくり診断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40C"/>
                </a:solidFill>
                <a:latin typeface="Yu Gothic"/>
              </a:defRPr>
            </a:pPr>
            <a:r>
              <a:t>0円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9202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Yu Gothic"/>
              </a:defRPr>
            </a:pPr>
            <a:r>
              <a:t>見学会予約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740C"/>
                </a:solidFill>
                <a:latin typeface="Yu Gothic"/>
              </a:defRPr>
            </a:pPr>
            <a:r>
              <a:t>0円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含まれるもの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紹介ページ作成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見学会告知（月1件）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リード送客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AIチャット対応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D2200"/>
                </a:solidFill>
                <a:latin typeface="Yu Gothic"/>
              </a:defRPr>
            </a:pPr>
            <a:r>
              <a:t>✓  月次レポート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004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EF9F3"/>
          </a:solidFill>
          <a:ln w="127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40C"/>
                </a:solidFill>
                <a:latin typeface="Yu Gothic"/>
              </a:defRPr>
            </a:pPr>
            <a:r>
              <a:t>なぜ無料なのか？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リリース直後はまだユーザーが少ない。ユーザーが少ないうちからお金をいただくのは筋が通らない。最初の3ヶ月は私たちが価値を証明する期間です。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先着20社限定  |  申込期限 4月20日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3ヶ月後の有料プラン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成果報酬</a:t>
                      </a:r>
                    </a:p>
                  </a:txBody>
                  <a:tcPr anchor="ctr">
                    <a:solidFill>
                      <a:srgbClr val="553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掲載ベーシック</a:t>
                      </a:r>
                    </a:p>
                  </a:txBody>
                  <a:tcPr anchor="ctr">
                    <a:solidFill>
                      <a:srgbClr val="553A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掲載プロ</a:t>
                      </a:r>
                    </a:p>
                  </a:txBody>
                  <a:tcPr anchor="ctr">
                    <a:solidFill>
                      <a:srgbClr val="E874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月額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0円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3万円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5万円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資料請求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8,000円/件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5,000円/件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3,000円/件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見学会予約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80,000円/件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50,000円/件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30,000円/件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住宅契約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YouTube概要欄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上位表示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詳細レポート</a:t>
                      </a:r>
                    </a:p>
                  </a:txBody>
                  <a:tcPr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D220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740C"/>
                          </a:solidFill>
                          <a:latin typeface="Yu Gothic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05840" y="5486400"/>
            <a:ext cx="10058400" cy="64008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3D2200"/>
                </a:solidFill>
                <a:latin typeface="Yu Gothic"/>
              </a:defRPr>
            </a:pPr>
            <a:r>
              <a:t>💡 3ヶ月間のデータを見て、いちばんお得なプランを一緒に選びます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マーケティング支援 — サービス概要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40C"/>
                </a:solidFill>
                <a:latin typeface="Yu Gothic"/>
              </a:defRPr>
            </a:pPr>
            <a:r>
              <a:t>4.2万人チャンネルの制作チームが御社の集客をプロデュース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200400" cy="6400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D2200"/>
                </a:solidFill>
                <a:latin typeface="Yu Gothic"/>
              </a:defRPr>
            </a:pPr>
            <a:r>
              <a:t>エントリー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40C"/>
                </a:solidFill>
                <a:latin typeface="Yu Gothic"/>
              </a:defRPr>
            </a:pPr>
            <a:r>
              <a:t>月8万円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83280"/>
            <a:ext cx="26517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ショート動画 月4本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Instagram 週3投稿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TikTok 週2投稿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200400" cy="6400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D2200"/>
                </a:solidFill>
                <a:latin typeface="Yu Gothic"/>
              </a:defRPr>
            </a:pPr>
            <a:r>
              <a:t>グロース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40C"/>
                </a:solidFill>
                <a:latin typeface="Yu Gothic"/>
              </a:defRPr>
            </a:pPr>
            <a:r>
              <a:t>月15万円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383280"/>
            <a:ext cx="26517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ルームツアー 月1本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ショート動画 月8本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Instagram 毎日投稿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TikTok 週3投稿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LINE配信 月2回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92024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920240"/>
            <a:ext cx="3200400" cy="64008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プレミアム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40C"/>
                </a:solidFill>
                <a:latin typeface="Yu Gothic"/>
              </a:defRPr>
            </a:pPr>
            <a:r>
              <a:t>月25万円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383280"/>
            <a:ext cx="26517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5661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ルームツアー 月2本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ショート動画 月12本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Instagram 毎日投稿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TikTok 毎日投稿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LINE配信 月4回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3D2200"/>
                </a:solidFill>
                <a:latin typeface="Yu Gothic"/>
              </a:defRPr>
            </a:pPr>
            <a:r>
              <a:t>✓  戦略会議 月1回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37360"/>
            <a:ext cx="1737360" cy="32004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おすすめ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マーケティング支援 — コスト比較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40C"/>
                </a:solidFill>
                <a:latin typeface="Yu Gothic"/>
              </a:defRPr>
            </a:pPr>
            <a:r>
              <a:t>一般の外注相場と比較して70〜85%のコスト削減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一般的な外注相場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9601200" cy="1097280"/>
          </a:xfrm>
          <a:prstGeom prst="roundRect">
            <a:avLst>
              <a:gd name="adj" fmla="val 10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88888"/>
                </a:solidFill>
                <a:latin typeface="Yu Gothic"/>
              </a:defRPr>
            </a:pPr>
            <a:r>
              <a:t>月46〜73万円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ルームツアー制作 15〜30万  |  ショート動画 16〜24万  |  SNS運用 15〜20万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ぺいほーむ グロースプラン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3200400" cy="1097280"/>
          </a:xfrm>
          <a:prstGeom prst="roundRect">
            <a:avLst>
              <a:gd name="adj" fmla="val 10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月15万円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93776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FFF3E6"/>
          </a:solidFill>
          <a:ln w="25400">
            <a:solidFill>
              <a:srgbClr val="E87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740C"/>
                </a:solidFill>
                <a:latin typeface="Yu Gothic"/>
              </a:defRPr>
            </a:pPr>
            <a:r>
              <a:t>67〜79% コスト削減！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ご利用の流れ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お申込み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基本情報＋写真をご提出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383280"/>
            <a:ext cx="27432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掲載ページ作成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私たちが全て作成します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2160" y="3383280"/>
            <a:ext cx="27432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5/1 リリース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集客開始！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95360" y="3383280"/>
            <a:ext cx="274320" cy="274320"/>
          </a:xfrm>
          <a:prstGeom prst="rightArrow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20116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2286000"/>
            <a:ext cx="822960" cy="822960"/>
          </a:xfrm>
          <a:prstGeom prst="ellipse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91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740C"/>
                </a:solidFill>
                <a:latin typeface="Yu Gothic"/>
              </a:defRPr>
            </a:pPr>
            <a: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2200"/>
                </a:solidFill>
                <a:latin typeface="Yu Gothic"/>
              </a:defRPr>
            </a:pPr>
            <a:r>
              <a:t>データレポート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297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3ヶ月後に有料プランをご提案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200"/>
                </a:solidFill>
                <a:latin typeface="Yu Gothic"/>
              </a:defRPr>
            </a:pPr>
            <a:r>
              <a:t>よくあるご質問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0020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本当に無料ですか？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3ヶ月間は完全無料です。会員登録・AI診断・見学会予約が来ても0円。隠れた費用は一切ありません。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83464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3ヶ月後は必ず有料になりますか？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効果がなければやめていただいて構いません。無理な営業は一切いたしません。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06908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何を準備すればいいですか？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基本情報と施工事例の写真3〜5枚だけ。掲載ページは私たちが全て作成します。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FCF8F4"/>
          </a:solidFill>
          <a:ln w="1270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5303520"/>
            <a:ext cx="457200" cy="365760"/>
          </a:xfrm>
          <a:prstGeom prst="roundRect">
            <a:avLst>
              <a:gd name="adj" fmla="val 5000"/>
            </a:avLst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2200"/>
                </a:solidFill>
                <a:latin typeface="Yu Gothic"/>
              </a:defRPr>
            </a:pPr>
            <a:r>
              <a:t>SUUMOとの違いは？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5544"/>
                </a:solidFill>
                <a:latin typeface="Yu Gothic"/>
              </a:defRPr>
            </a:pPr>
            <a:r>
              <a:t>来る方の100%が平屋検討者。反響の質が違います。「なんとなく見ている人」はゼロです。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Yu Gothic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Yu Gothic"/>
              </a:defRPr>
            </a:pPr>
            <a:r>
              <a:t>まずは3ヶ月無料で</a:t>
            </a:r>
            <a:br/>
            <a:r>
              <a:t>始めてみませんか？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743200"/>
            <a:ext cx="5760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017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2200"/>
                </a:solidFill>
                <a:latin typeface="Yu Gothic"/>
              </a:defRPr>
            </a:pPr>
            <a:r>
              <a:t>株式会社wazeka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566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2200"/>
                </a:solidFill>
                <a:latin typeface="Yu Gothic"/>
              </a:defRPr>
            </a:pPr>
            <a:r>
              <a:t>ぺいほーむ事業部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30175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Yu Gothic"/>
              </a:defRPr>
            </a:pPr>
            <a:r>
              <a:t>Email:  info@payhome.jp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Yu Gothic"/>
              </a:defRPr>
            </a:pPr>
            <a:r>
              <a:t>TEL:  099-XXX-XXXX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先着20社限定  |  申込期限 4月20日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